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81" r:id="rId5"/>
    <p:sldId id="284" r:id="rId6"/>
    <p:sldId id="294" r:id="rId7"/>
    <p:sldId id="295" r:id="rId8"/>
    <p:sldId id="296" r:id="rId9"/>
    <p:sldId id="297" r:id="rId10"/>
    <p:sldId id="298" r:id="rId11"/>
    <p:sldId id="299" r:id="rId12"/>
    <p:sldId id="300" r:id="rId13"/>
    <p:sldId id="301" r:id="rId14"/>
    <p:sldId id="302" r:id="rId15"/>
    <p:sldId id="303" r:id="rId16"/>
    <p:sldId id="261" r:id="rId17"/>
    <p:sldId id="28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6" autoAdjust="0"/>
    <p:restoredTop sz="94879" autoAdjust="0"/>
  </p:normalViewPr>
  <p:slideViewPr>
    <p:cSldViewPr snapToGrid="0">
      <p:cViewPr varScale="1">
        <p:scale>
          <a:sx n="103" d="100"/>
          <a:sy n="103" d="100"/>
        </p:scale>
        <p:origin x="1026" y="108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825E-1FE8-81EE-BF6F-665C5C10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5E0E60-DD3C-C883-F595-6C6AD4737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C28B5-443F-89DF-6542-19B4B09A4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9E535-ACD3-B0A6-4A00-8B7EB363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663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8EF53-9921-D202-BCF8-36BB6A4B0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25C3C-9264-0F1A-4D5F-725D0337C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E003A-074A-11ED-AAF9-F0762F1C7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80C1E-122E-3678-3A36-E277E3201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748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08317-A0E8-F7A7-A583-AACCDE99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726A3C-9616-2276-AAE7-ED54E6179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C65F2-A099-05F6-74B6-C5A7902046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B068C-D429-3039-425A-132ED28254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951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DA6D2-5613-21D8-1881-3C6570167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F3D1-0A1D-1F7C-66CE-2ED2D73EA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F8D6F-C089-68AA-FAF9-86EF1CE54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231C3-4DCF-12CE-ADBA-6987B51D2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778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8D91B-1228-9D40-7E3C-D69CA700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46A99-C736-B3DE-0ED6-DE5E39C59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EB24E-ABA7-FBF4-7657-884E2BE64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59DDC-7817-AA70-A20A-3A042D85B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23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DFC2-D6A9-2984-7382-08750C0F1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B2754-FDE6-F019-6B8D-FE199BB98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3668B-0BAF-CAED-38E0-880A5DE57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16BC4C-7E97-ED26-ACC1-CB7EF32F0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2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71A1F-B2C2-8F0C-8685-B5222ECBA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EBE36B-2DE2-48E8-687E-8D38DB24E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67924-8761-26F7-031F-417092FF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B23BA-46EC-F5FB-C120-B754F23344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980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7B90A-83CD-E055-B363-63BB7C4F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EF28D-B364-8C56-DFAD-BC4F70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679A0-6A4F-A58D-7AB6-1BC8CCCF6B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90123-23AA-F92A-871E-268ABB89E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8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865DE-2E77-81F7-DEF7-A65FD4CF8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036F4-A29F-BEB3-E08F-262155E51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30E9B5-4262-F1BA-2360-B6BEB52B9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29999-6074-DD4F-21E0-C2698AE4D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74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40F16-59C0-D3DF-AF41-EF9D97547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5C479-8941-AEA2-5D2C-FA44D1078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92331-F3B1-DC5B-2BD4-5EEEF5EC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9148A-2FF2-0145-80E0-259DE4D97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67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800" cap="all" spc="30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anchor="b" anchorCtr="0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microsoft.com/office/2007/relationships/hdphoto" Target="../media/hdphoto3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Machine learning on MNIST dataset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AGENDA</a:t>
            </a:r>
          </a:p>
        </p:txBody>
      </p:sp>
      <p:pic>
        <p:nvPicPr>
          <p:cNvPr id="15" name="Picture Placeholder 14" descr="A group of people sitting around a table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anchor="t">
            <a:normAutofit lnSpcReduction="10000"/>
          </a:bodyPr>
          <a:lstStyle/>
          <a:p>
            <a:r>
              <a:rPr lang="en-US" dirty="0"/>
              <a:t>The goal</a:t>
            </a:r>
          </a:p>
          <a:p>
            <a:r>
              <a:rPr lang="en-US" dirty="0"/>
              <a:t>MNIST Dataset</a:t>
            </a:r>
          </a:p>
          <a:p>
            <a:r>
              <a:rPr lang="en-US" dirty="0"/>
              <a:t>Exploratory data analysis (Eda)</a:t>
            </a:r>
          </a:p>
          <a:p>
            <a:r>
              <a:rPr lang="en-US" dirty="0" err="1"/>
              <a:t>Ml</a:t>
            </a:r>
            <a:r>
              <a:rPr lang="en-US" dirty="0"/>
              <a:t> models</a:t>
            </a:r>
          </a:p>
          <a:p>
            <a:r>
              <a:rPr lang="en-US" dirty="0" err="1"/>
              <a:t>Streamlit</a:t>
            </a:r>
            <a:r>
              <a:rPr lang="en-US" dirty="0"/>
              <a:t> app</a:t>
            </a:r>
          </a:p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8DA90-912D-BAD9-ADE8-F558366C3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ED504-33DF-B842-AA60-A312737AD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  <a:noFill/>
        </p:spPr>
        <p:txBody>
          <a:bodyPr anchor="b"/>
          <a:lstStyle/>
          <a:p>
            <a:r>
              <a:rPr lang="en-US" dirty="0"/>
              <a:t>The goal</a:t>
            </a:r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0ED37DF2-F6A0-F79F-0ACD-99F40B18BF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5A91ACA-C657-96E4-59E8-8D052636DC06}"/>
              </a:ext>
            </a:extLst>
          </p:cNvPr>
          <p:cNvSpPr txBox="1">
            <a:spLocks/>
          </p:cNvSpPr>
          <p:nvPr/>
        </p:nvSpPr>
        <p:spPr>
          <a:xfrm>
            <a:off x="838201" y="2174033"/>
            <a:ext cx="6241650" cy="347472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Create at least tree models</a:t>
            </a:r>
          </a:p>
          <a:p>
            <a:r>
              <a:rPr lang="en-US" sz="2000" dirty="0"/>
              <a:t>Compare which model is best</a:t>
            </a:r>
          </a:p>
          <a:p>
            <a:r>
              <a:rPr lang="en-US" sz="2000" dirty="0"/>
              <a:t>Create an app that lets user write numbers. The model will then predict the written number</a:t>
            </a:r>
          </a:p>
          <a:p>
            <a:r>
              <a:rPr lang="en-US" sz="2000" dirty="0"/>
              <a:t>Present the finding and solution for the class</a:t>
            </a:r>
          </a:p>
        </p:txBody>
      </p:sp>
    </p:spTree>
    <p:extLst>
      <p:ext uri="{BB962C8B-B14F-4D97-AF65-F5344CB8AC3E}">
        <p14:creationId xmlns:p14="http://schemas.microsoft.com/office/powerpoint/2010/main" val="3289362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29E9C-DD6F-4302-683F-F2609BE0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B104-DCBE-C18B-8F75-617B84D4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  <a:noFill/>
        </p:spPr>
        <p:txBody>
          <a:bodyPr anchor="b"/>
          <a:lstStyle/>
          <a:p>
            <a:r>
              <a:rPr lang="en-US" dirty="0" err="1"/>
              <a:t>mnist</a:t>
            </a:r>
            <a:r>
              <a:rPr lang="en-US" dirty="0"/>
              <a:t> dataset</a:t>
            </a:r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0E922E0C-78C8-345B-12EF-6B31858A78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09DA79-9C33-7C07-7CCE-5B321DA81388}"/>
              </a:ext>
            </a:extLst>
          </p:cNvPr>
          <p:cNvSpPr txBox="1">
            <a:spLocks/>
          </p:cNvSpPr>
          <p:nvPr/>
        </p:nvSpPr>
        <p:spPr>
          <a:xfrm>
            <a:off x="838201" y="2174033"/>
            <a:ext cx="6241650" cy="347472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Modified National Institute of Standards and Technology</a:t>
            </a:r>
          </a:p>
          <a:p>
            <a:r>
              <a:rPr lang="en-US" sz="2000" dirty="0"/>
              <a:t>70.000 handwritten numbers from 0 to 9</a:t>
            </a:r>
          </a:p>
          <a:p>
            <a:r>
              <a:rPr lang="en-US" sz="2000" dirty="0"/>
              <a:t>Grayscale images</a:t>
            </a:r>
          </a:p>
          <a:p>
            <a:r>
              <a:rPr lang="en-US" sz="2000" dirty="0"/>
              <a:t>Each picture is 28x28 pixels (784 total pixels)</a:t>
            </a:r>
          </a:p>
          <a:p>
            <a:r>
              <a:rPr lang="en-US" sz="2000" dirty="0"/>
              <a:t>Each picture is labeled</a:t>
            </a:r>
          </a:p>
          <a:p>
            <a:r>
              <a:rPr lang="en-US" sz="2000" dirty="0"/>
              <a:t>Commonly used for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484897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66CF-57A2-557C-516A-EFD8A0645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5484-F951-12A0-F7E9-74D2F7E06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761191"/>
          </a:xfrm>
          <a:noFill/>
        </p:spPr>
        <p:txBody>
          <a:bodyPr anchor="b"/>
          <a:lstStyle/>
          <a:p>
            <a:r>
              <a:rPr lang="en-US" dirty="0"/>
              <a:t>EDA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BB6B0AC-6C89-1998-0E7C-FB2FBCA1018D}"/>
              </a:ext>
            </a:extLst>
          </p:cNvPr>
          <p:cNvSpPr txBox="1">
            <a:spLocks/>
          </p:cNvSpPr>
          <p:nvPr/>
        </p:nvSpPr>
        <p:spPr>
          <a:xfrm>
            <a:off x="147736" y="1412842"/>
            <a:ext cx="5282680" cy="25340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Dataset info/Classes/Null values/Data type</a:t>
            </a:r>
          </a:p>
          <a:p>
            <a:r>
              <a:rPr lang="en-US" sz="2000" dirty="0"/>
              <a:t>Class distribution</a:t>
            </a:r>
          </a:p>
          <a:p>
            <a:r>
              <a:rPr lang="en-US" sz="2000" dirty="0"/>
              <a:t>Samples</a:t>
            </a:r>
          </a:p>
          <a:p>
            <a:r>
              <a:rPr lang="en-US" sz="2000" dirty="0"/>
              <a:t>Pixel intensity distribution</a:t>
            </a:r>
          </a:p>
          <a:p>
            <a:r>
              <a:rPr lang="en-US" sz="2000" dirty="0"/>
              <a:t>Pixel statistics</a:t>
            </a:r>
          </a:p>
          <a:p>
            <a:r>
              <a:rPr lang="en-US" sz="2000" dirty="0"/>
              <a:t>Correlation heatmap</a:t>
            </a:r>
          </a:p>
        </p:txBody>
      </p:sp>
      <p:pic>
        <p:nvPicPr>
          <p:cNvPr id="8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4923F5AB-7AE5-D85C-D3E5-E3579D08B6F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</p:spTree>
    <p:extLst>
      <p:ext uri="{BB962C8B-B14F-4D97-AF65-F5344CB8AC3E}">
        <p14:creationId xmlns:p14="http://schemas.microsoft.com/office/powerpoint/2010/main" val="1929259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39C9B-E6E0-4B65-F2B7-E1DFCC5B6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C530-BDE6-4280-EA1A-059F3458B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761191"/>
          </a:xfrm>
          <a:noFill/>
        </p:spPr>
        <p:txBody>
          <a:bodyPr anchor="b"/>
          <a:lstStyle/>
          <a:p>
            <a:r>
              <a:rPr lang="en-US" dirty="0"/>
              <a:t>EDA – some findings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D52ACF-63D3-7C18-6B47-9560079B6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33" y="1356049"/>
            <a:ext cx="2818194" cy="19029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DC2B4F-66AD-1262-8246-D289D77EF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391" y="146657"/>
            <a:ext cx="4937541" cy="32823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196E18-6008-C775-2796-5C886BE44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633" y="3259035"/>
            <a:ext cx="7322283" cy="347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83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33D9-9F98-E570-E9AD-25B3CFFEF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5A25-376E-6623-DB92-3CC6514D4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761191"/>
          </a:xfrm>
          <a:noFill/>
        </p:spPr>
        <p:txBody>
          <a:bodyPr anchor="b"/>
          <a:lstStyle/>
          <a:p>
            <a:r>
              <a:rPr lang="en-US" dirty="0"/>
              <a:t>EDA – some findings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3E3015-C449-B9F5-17FF-CB5FE77C7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409" y="1354529"/>
            <a:ext cx="4817930" cy="27068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F24432-9A35-AF1A-DBEC-C1A96730E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533" y="2933205"/>
            <a:ext cx="6431076" cy="3055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2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E5DA-1D90-64D9-2E03-01A4D7C95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E2AA1-5DE1-59FD-0B80-85E874FCF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761191"/>
          </a:xfrm>
          <a:noFill/>
        </p:spPr>
        <p:txBody>
          <a:bodyPr anchor="b"/>
          <a:lstStyle/>
          <a:p>
            <a:r>
              <a:rPr lang="en-US" dirty="0"/>
              <a:t>EDA – some findings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18436-5797-533C-BC48-FFD42A1C0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905" y="947690"/>
            <a:ext cx="5582948" cy="496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102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819F-6EAF-98EC-57A7-CD8756150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F610-0076-85D1-C95D-06385BB7A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  <a:noFill/>
        </p:spPr>
        <p:txBody>
          <a:bodyPr anchor="b"/>
          <a:lstStyle/>
          <a:p>
            <a:r>
              <a:rPr lang="en-US" dirty="0"/>
              <a:t>ML models – </a:t>
            </a:r>
            <a:r>
              <a:rPr lang="en-US" sz="2400" dirty="0"/>
              <a:t>first solution</a:t>
            </a:r>
            <a:endParaRPr lang="en-US" dirty="0"/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8F6DFF55-4FC0-E9BF-12FF-07D457E0A70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9799935-3D5E-3630-945F-D5A4BDF42F35}"/>
              </a:ext>
            </a:extLst>
          </p:cNvPr>
          <p:cNvSpPr txBox="1">
            <a:spLocks/>
          </p:cNvSpPr>
          <p:nvPr/>
        </p:nvSpPr>
        <p:spPr>
          <a:xfrm>
            <a:off x="838201" y="2174033"/>
            <a:ext cx="6241650" cy="192210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Different models</a:t>
            </a:r>
          </a:p>
          <a:p>
            <a:pPr lvl="1"/>
            <a:r>
              <a:rPr lang="en-US" sz="1800" dirty="0" err="1"/>
              <a:t>LogisticRegression</a:t>
            </a:r>
            <a:endParaRPr lang="en-US" sz="1800" dirty="0"/>
          </a:p>
          <a:p>
            <a:pPr lvl="1"/>
            <a:r>
              <a:rPr lang="en-US" sz="1800" dirty="0" err="1"/>
              <a:t>RandomForestClassifier</a:t>
            </a:r>
            <a:endParaRPr lang="en-US" sz="1800" dirty="0"/>
          </a:p>
          <a:p>
            <a:pPr lvl="1"/>
            <a:r>
              <a:rPr lang="en-US" sz="1800" dirty="0" err="1"/>
              <a:t>ExtraTreesClassifier</a:t>
            </a:r>
            <a:endParaRPr lang="en-US" sz="1800" dirty="0"/>
          </a:p>
          <a:p>
            <a:pPr lvl="1"/>
            <a:r>
              <a:rPr lang="en-US" sz="1800" dirty="0"/>
              <a:t>Voting Classifier</a:t>
            </a:r>
            <a:endParaRPr lang="en-US" sz="12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8AE76D-4071-A82F-8068-D59BD6A2F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0250" y="4240204"/>
            <a:ext cx="26574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791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636E2-0FFB-26F5-5D84-A4E55E712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DDF36-4B3A-0008-6C8D-52898528A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  <a:noFill/>
        </p:spPr>
        <p:txBody>
          <a:bodyPr anchor="b"/>
          <a:lstStyle/>
          <a:p>
            <a:r>
              <a:rPr lang="en-US" dirty="0"/>
              <a:t>ML models – </a:t>
            </a:r>
            <a:r>
              <a:rPr lang="en-US" sz="2400" dirty="0"/>
              <a:t>Second solution</a:t>
            </a:r>
            <a:endParaRPr lang="en-US" dirty="0"/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22E23F21-84B9-B61E-F220-7D9948F12F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C44EDA-3A0A-11BD-A8CB-58DB85B634FD}"/>
              </a:ext>
            </a:extLst>
          </p:cNvPr>
          <p:cNvSpPr txBox="1">
            <a:spLocks/>
          </p:cNvSpPr>
          <p:nvPr/>
        </p:nvSpPr>
        <p:spPr>
          <a:xfrm>
            <a:off x="838201" y="2174033"/>
            <a:ext cx="6241650" cy="192210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CNN model</a:t>
            </a:r>
          </a:p>
          <a:p>
            <a:pPr lvl="1"/>
            <a:r>
              <a:rPr lang="en-US" sz="1800" dirty="0"/>
              <a:t>Adam as optimizer</a:t>
            </a:r>
          </a:p>
          <a:p>
            <a:pPr lvl="1"/>
            <a:r>
              <a:rPr lang="en-US" sz="1800" dirty="0"/>
              <a:t>10 epochs</a:t>
            </a:r>
          </a:p>
          <a:p>
            <a:pPr lvl="1"/>
            <a:r>
              <a:rPr lang="en-US" sz="1800" dirty="0"/>
              <a:t>10% for validation split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10D72-62E9-C99E-C67C-EF7E86C2E9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594" y="3925879"/>
            <a:ext cx="2266950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028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EDF8-21EC-2259-FEEF-DFF7132F5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E631-D77E-69A9-1D88-DE65B0A92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848899"/>
          </a:xfrm>
          <a:noFill/>
        </p:spPr>
        <p:txBody>
          <a:bodyPr anchor="b"/>
          <a:lstStyle/>
          <a:p>
            <a:r>
              <a:rPr lang="en-US" dirty="0" err="1"/>
              <a:t>Streamlit</a:t>
            </a:r>
            <a:r>
              <a:rPr lang="en-US" dirty="0"/>
              <a:t> app 1</a:t>
            </a:r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A1D6FA07-9B9D-1215-D6E9-2C1B93C0B27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9F1A10-3C41-F1B0-A523-94F510147299}"/>
              </a:ext>
            </a:extLst>
          </p:cNvPr>
          <p:cNvSpPr txBox="1">
            <a:spLocks/>
          </p:cNvSpPr>
          <p:nvPr/>
        </p:nvSpPr>
        <p:spPr>
          <a:xfrm>
            <a:off x="838201" y="1455577"/>
            <a:ext cx="6241650" cy="167951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Based on extra tree model</a:t>
            </a:r>
          </a:p>
          <a:p>
            <a:pPr lvl="1"/>
            <a:r>
              <a:rPr lang="en-US" sz="1800" dirty="0"/>
              <a:t>New separated model – only extra tree</a:t>
            </a:r>
          </a:p>
          <a:p>
            <a:pPr lvl="1"/>
            <a:r>
              <a:rPr lang="en-US" sz="1800" dirty="0"/>
              <a:t>With pre-processing and augmentation</a:t>
            </a:r>
          </a:p>
          <a:p>
            <a:pPr lvl="1"/>
            <a:r>
              <a:rPr lang="en-US" sz="1800" dirty="0"/>
              <a:t>Smaller model to meet </a:t>
            </a:r>
            <a:r>
              <a:rPr lang="en-US" sz="1800" dirty="0" err="1"/>
              <a:t>github</a:t>
            </a:r>
            <a:r>
              <a:rPr lang="en-US" sz="1800" dirty="0"/>
              <a:t> upload demands</a:t>
            </a:r>
          </a:p>
          <a:p>
            <a:pPr lvl="2"/>
            <a:r>
              <a:rPr lang="en-US" sz="1600" dirty="0"/>
              <a:t>-&gt; Less accuracy (92%)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AFF0DA-C51C-2083-22BB-0029DD85C0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3" y="3135086"/>
            <a:ext cx="1434095" cy="3144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9C76C2-C31D-9186-0757-14867EF1D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8888" y="3293709"/>
            <a:ext cx="5017688" cy="278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448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A9F50-5781-EE0A-BA0F-F94DEA0E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159CF-19C3-24E2-636C-DCE56AC24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848899"/>
          </a:xfrm>
          <a:noFill/>
        </p:spPr>
        <p:txBody>
          <a:bodyPr anchor="b"/>
          <a:lstStyle/>
          <a:p>
            <a:r>
              <a:rPr lang="en-US" dirty="0" err="1"/>
              <a:t>Streamlit</a:t>
            </a:r>
            <a:r>
              <a:rPr lang="en-US" dirty="0"/>
              <a:t> app 2</a:t>
            </a:r>
          </a:p>
        </p:txBody>
      </p:sp>
      <p:pic>
        <p:nvPicPr>
          <p:cNvPr id="15" name="Picture Placeholder 5" descr="A person looking at blueprints on a brick wall">
            <a:extLst>
              <a:ext uri="{FF2B5EF4-FFF2-40B4-BE49-F238E27FC236}">
                <a16:creationId xmlns:a16="http://schemas.microsoft.com/office/drawing/2014/main" id="{4501CE43-5F98-5B7E-72D3-D8D0AF0A585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7157" r="27157"/>
          <a:stretch/>
        </p:blipFill>
        <p:spPr>
          <a:xfrm>
            <a:off x="7500938" y="-22225"/>
            <a:ext cx="4714875" cy="6880225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778DB6F-E710-9858-2B2F-17313214ED71}"/>
              </a:ext>
            </a:extLst>
          </p:cNvPr>
          <p:cNvSpPr txBox="1">
            <a:spLocks/>
          </p:cNvSpPr>
          <p:nvPr/>
        </p:nvSpPr>
        <p:spPr>
          <a:xfrm>
            <a:off x="838201" y="1455577"/>
            <a:ext cx="6241650" cy="107301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Based on CNN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B2D75-A93B-749B-950D-D52F252098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274" y="1992086"/>
            <a:ext cx="3601634" cy="37852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257028-3BB2-2129-0695-D430556452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91" y="1746561"/>
            <a:ext cx="3818947" cy="4030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031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425" y="466344"/>
            <a:ext cx="6241651" cy="1710354"/>
          </a:xfrm>
          <a:noFill/>
        </p:spPr>
        <p:txBody>
          <a:bodyPr anchor="ctr"/>
          <a:lstStyle/>
          <a:p>
            <a:r>
              <a:rPr lang="en-US" dirty="0"/>
              <a:t>Conclusions</a:t>
            </a:r>
          </a:p>
        </p:txBody>
      </p:sp>
      <p:pic>
        <p:nvPicPr>
          <p:cNvPr id="20" name="Picture Placeholder 7" descr="A person talking to another person">
            <a:extLst>
              <a:ext uri="{FF2B5EF4-FFF2-40B4-BE49-F238E27FC236}">
                <a16:creationId xmlns:a16="http://schemas.microsoft.com/office/drawing/2014/main" id="{59669B42-CC26-1A2A-1FE7-526E425D019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0437" r="10437"/>
          <a:stretch/>
        </p:blipFill>
        <p:spPr>
          <a:xfrm>
            <a:off x="0" y="0"/>
            <a:ext cx="4287838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426" y="2286000"/>
            <a:ext cx="6241650" cy="347472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CNN model does not require same amount of pre-processing to predict “hard numbers” as 6, 7, 8 and 9</a:t>
            </a:r>
          </a:p>
          <a:p>
            <a:pPr lvl="3"/>
            <a:r>
              <a:rPr lang="en-US" dirty="0"/>
              <a:t>CNN is better for images</a:t>
            </a:r>
          </a:p>
          <a:p>
            <a:pPr lvl="3"/>
            <a:r>
              <a:rPr lang="en-US" dirty="0"/>
              <a:t>CNN gives better accuracy</a:t>
            </a:r>
          </a:p>
          <a:p>
            <a:r>
              <a:rPr lang="en-US" dirty="0"/>
              <a:t>The model “extra tree” require depth to give high accuracy. Makes the .</a:t>
            </a:r>
            <a:r>
              <a:rPr lang="en-US" dirty="0" err="1"/>
              <a:t>pkl</a:t>
            </a:r>
            <a:r>
              <a:rPr lang="en-US" dirty="0"/>
              <a:t> file large 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9C36C-7A46-4BED-2E5A-04EA8DA23F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Questions?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{017D2F38-10AF-434D-B7F5-055A26C990B3}tf55661986_win32</Template>
  <TotalTime>209</TotalTime>
  <Words>264</Words>
  <Application>Microsoft Office PowerPoint</Application>
  <PresentationFormat>Widescreen</PresentationFormat>
  <Paragraphs>68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Wingdings</vt:lpstr>
      <vt:lpstr>Custom</vt:lpstr>
      <vt:lpstr>Machine learning on MNIST dataset</vt:lpstr>
      <vt:lpstr>AGENDA</vt:lpstr>
      <vt:lpstr>The goal</vt:lpstr>
      <vt:lpstr>mnist dataset</vt:lpstr>
      <vt:lpstr>EDA</vt:lpstr>
      <vt:lpstr>EDA – some findings</vt:lpstr>
      <vt:lpstr>EDA – some findings</vt:lpstr>
      <vt:lpstr>EDA – some findings</vt:lpstr>
      <vt:lpstr>ML models – first solution</vt:lpstr>
      <vt:lpstr>ML models – Second solution</vt:lpstr>
      <vt:lpstr>Streamlit app 1</vt:lpstr>
      <vt:lpstr>Streamlit app 2</vt:lpstr>
      <vt:lpstr>Conclusions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Johan Aldrin</dc:creator>
  <cp:lastModifiedBy>Johan Aldrin</cp:lastModifiedBy>
  <cp:revision>3</cp:revision>
  <dcterms:created xsi:type="dcterms:W3CDTF">2026-05-13T05:37:32Z</dcterms:created>
  <dcterms:modified xsi:type="dcterms:W3CDTF">2026-05-15T07:27:06Z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